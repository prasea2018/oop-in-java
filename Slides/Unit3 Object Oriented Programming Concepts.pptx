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534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Unit </a:t>
            </a:r>
            <a:r>
              <a:rPr dirty="0" smtClean="0"/>
              <a:t>3:</a:t>
            </a:r>
            <a:r>
              <a:rPr lang="en-US" dirty="0"/>
              <a:t>Object Oriented Programming Concepts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Syllabus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Fundamentals of Classes: A Simple Class, Creating Class Instances, Adding methods to a class, Calling Functions/Methods; Abstraction, Encapsulation, Using 'this' keyword, Constructors, Default constructors, Parameterized constructors, More on methods: Passing by Value, by Reference, Access Control, Methods that Return Values, Polymorphism and Method Overloading, Recursion; Nested and Inner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7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is a blueprint that defines properties (variables) and behaviors (methods).</a:t>
            </a:r>
          </a:p>
          <a:p>
            <a:r>
              <a:t>Classes help model real-world entities and support Object-Oriented Programming principles.</a:t>
            </a:r>
          </a:p>
          <a:p>
            <a:r>
              <a:t>A program may contain many classes working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Simple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Student {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int</a:t>
            </a:r>
            <a:r>
              <a:rPr dirty="0"/>
              <a:t> id;</a:t>
            </a:r>
          </a:p>
          <a:p>
            <a:pPr marL="0" indent="0">
              <a:buNone/>
            </a:pPr>
            <a:r>
              <a:rPr dirty="0"/>
              <a:t>    String name;</a:t>
            </a:r>
          </a:p>
          <a:p>
            <a:pPr marL="0" indent="0">
              <a:buNone/>
            </a:pPr>
            <a:r>
              <a:rPr dirty="0"/>
              <a:t>}</a:t>
            </a:r>
          </a:p>
          <a:p>
            <a:r>
              <a:rPr dirty="0"/>
              <a:t>This class defines two fields representing the student's identity.</a:t>
            </a:r>
          </a:p>
          <a:p>
            <a:r>
              <a:rPr dirty="0"/>
              <a:t>No behavior/methods are yet added.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Class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Objects are instances of classes created using 'new' keyword.</a:t>
            </a:r>
          </a:p>
          <a:p>
            <a:r>
              <a:t>Example:</a:t>
            </a:r>
          </a:p>
          <a:p>
            <a:r>
              <a:t>Student s1 = new Student();</a:t>
            </a:r>
          </a:p>
          <a:p>
            <a:r>
              <a:t>Each object gets its own copy of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Methods to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 define actions or behaviors.</a:t>
            </a:r>
          </a:p>
          <a:p>
            <a:r>
              <a:t>Example:</a:t>
            </a:r>
          </a:p>
          <a:p>
            <a:r>
              <a:t>void display() {</a:t>
            </a:r>
          </a:p>
          <a:p>
            <a:r>
              <a:t>   System.out.println(name);</a:t>
            </a:r>
          </a:p>
          <a:p>
            <a:r>
              <a:t>}</a:t>
            </a:r>
          </a:p>
          <a:p>
            <a:r>
              <a:t>Methods can accept parameters and return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 call a </a:t>
            </a:r>
            <a:r>
              <a:rPr dirty="0" smtClean="0"/>
              <a:t>method:</a:t>
            </a:r>
            <a:r>
              <a:rPr lang="en-US" dirty="0" smtClean="0"/>
              <a:t> </a:t>
            </a:r>
            <a:r>
              <a:rPr dirty="0" err="1" smtClean="0"/>
              <a:t>objectName.methodName</a:t>
            </a:r>
            <a:r>
              <a:rPr dirty="0"/>
              <a:t>();</a:t>
            </a:r>
          </a:p>
          <a:p>
            <a:r>
              <a:rPr dirty="0" smtClean="0"/>
              <a:t>Example:s1.display</a:t>
            </a:r>
            <a:r>
              <a:rPr dirty="0"/>
              <a:t>();</a:t>
            </a:r>
          </a:p>
          <a:p>
            <a:r>
              <a:rPr dirty="0"/>
              <a:t>Methods help modularize code and enhance reusability.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 hides internal implementation details.</a:t>
            </a:r>
          </a:p>
          <a:p>
            <a:r>
              <a:t>Shows only necessary features.</a:t>
            </a:r>
          </a:p>
          <a:p>
            <a:r>
              <a:t>Example: Using a smartphone without knowing its internal circuitry.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Wrapping data and methods together into a single unit (class).</a:t>
            </a:r>
          </a:p>
          <a:p>
            <a:r>
              <a:rPr dirty="0"/>
              <a:t>Achieved using </a:t>
            </a:r>
            <a:r>
              <a:rPr b="1" dirty="0" smtClean="0"/>
              <a:t>private</a:t>
            </a:r>
            <a:r>
              <a:rPr dirty="0" smtClean="0"/>
              <a:t> </a:t>
            </a:r>
            <a:r>
              <a:rPr dirty="0"/>
              <a:t>fields and public getter/setter methods.</a:t>
            </a:r>
          </a:p>
          <a:p>
            <a:r>
              <a:rPr dirty="0"/>
              <a:t>Ensures data protection and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'this'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'this' refers to the current object.</a:t>
            </a:r>
          </a:p>
          <a:p>
            <a:r>
              <a:t>Used to access instance variables when method parameters shadow field names.</a:t>
            </a:r>
          </a:p>
          <a:p>
            <a:r>
              <a:t>Example: this.name=name;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Constructors initialize objects automatically on creation.</a:t>
            </a:r>
          </a:p>
          <a:p>
            <a:r>
              <a:t>They have no return type and share the class name.</a:t>
            </a:r>
          </a:p>
          <a:p>
            <a:r>
              <a:t>Example:</a:t>
            </a:r>
          </a:p>
          <a:p>
            <a:r>
              <a:t>Student(){ System.out.println("Created");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no constructor is written, Java provides a default constructor.</a:t>
            </a:r>
          </a:p>
          <a:p>
            <a:r>
              <a:t>It assigns default values: int=0, boolean=false, objects=null.</a:t>
            </a:r>
          </a:p>
          <a:p>
            <a:r>
              <a:t>Used for creating simple objects quickly.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initializing objects with custom values.</a:t>
            </a:r>
          </a:p>
          <a:p>
            <a:r>
              <a:t>Example:</a:t>
            </a:r>
          </a:p>
          <a:p>
            <a:r>
              <a:t>Student(int id, String name){ this.id=id; this.name=name;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on Methods: Return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 can return primitive or reference values.</a:t>
            </a:r>
          </a:p>
          <a:p>
            <a:r>
              <a:t>Example:</a:t>
            </a:r>
          </a:p>
          <a:p>
            <a:r>
              <a:t>int square(int x){ return x*x; }</a:t>
            </a:r>
          </a:p>
          <a:p>
            <a:r>
              <a:t>Return statement ends execution of the method.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Passing by Value vs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always uses pass-by-value.</a:t>
            </a:r>
          </a:p>
          <a:p>
            <a:r>
              <a:t>Objects are passed by reference value (address), not actual object.</a:t>
            </a:r>
          </a:p>
          <a:p>
            <a:r>
              <a:t>Changes inside method affect object fields.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 and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Polymorphism = one name, many forms.</a:t>
            </a:r>
          </a:p>
          <a:p>
            <a:r>
              <a:t>Method overloading: same method name, different parameter list.</a:t>
            </a:r>
          </a:p>
          <a:p>
            <a:r>
              <a:t>Example:</a:t>
            </a:r>
          </a:p>
          <a:p>
            <a:r>
              <a:t>add(int a);</a:t>
            </a:r>
          </a:p>
          <a:p>
            <a:r>
              <a:t>add(int a, int b);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method that calls itself.</a:t>
            </a:r>
          </a:p>
          <a:p>
            <a:r>
              <a:t>Used in factorial, Fibonacci, searching, tree traversal.</a:t>
            </a:r>
          </a:p>
          <a:p>
            <a:r>
              <a:t>Requires base case to prevent infinite recursion.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– accessible everywhere.</a:t>
            </a:r>
          </a:p>
          <a:p>
            <a:r>
              <a:t>private – accessible only inside class.</a:t>
            </a:r>
          </a:p>
          <a:p>
            <a:r>
              <a:t>protected – accessible in subclasses.</a:t>
            </a:r>
          </a:p>
          <a:p>
            <a:r>
              <a:t>default – accessible inside same package.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and Inner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Nested class: defined inside another class.</a:t>
            </a:r>
          </a:p>
          <a:p>
            <a:r>
              <a:t>Inner class: non-static nested class.</a:t>
            </a:r>
          </a:p>
          <a:p>
            <a:r>
              <a:t>Static nested class: belongs to outer class, not object.</a:t>
            </a:r>
          </a:p>
          <a:p>
            <a:r>
              <a:t>Used for grouping logically related classes.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5771</TotalTime>
  <Words>577</Words>
  <Application>Microsoft Office PowerPoint</Application>
  <PresentationFormat>On-screen Show (4:3)</PresentationFormat>
  <Paragraphs>85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Unit 3:Object Oriented Programming Concepts</vt:lpstr>
      <vt:lpstr>Syllabus</vt:lpstr>
      <vt:lpstr>What is a Class?</vt:lpstr>
      <vt:lpstr>A Simple Class</vt:lpstr>
      <vt:lpstr>Creating Class Instances</vt:lpstr>
      <vt:lpstr>Adding Methods to a Class</vt:lpstr>
      <vt:lpstr>Calling Methods</vt:lpstr>
      <vt:lpstr>Abstraction</vt:lpstr>
      <vt:lpstr>Encapsulation</vt:lpstr>
      <vt:lpstr>Using 'this' Keyword</vt:lpstr>
      <vt:lpstr>Constructors</vt:lpstr>
      <vt:lpstr>Default Constructors</vt:lpstr>
      <vt:lpstr>Parameterized Constructors</vt:lpstr>
      <vt:lpstr>More on Methods: Return Types</vt:lpstr>
      <vt:lpstr>Passing by Value vs Reference</vt:lpstr>
      <vt:lpstr>Polymorphism and Overloading</vt:lpstr>
      <vt:lpstr>Recursion</vt:lpstr>
      <vt:lpstr>Access Control</vt:lpstr>
      <vt:lpstr>Nested and Inner Classes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3: Fundamentals of Classes</dc:title>
  <dc:subject/>
  <dc:creator/>
  <cp:keywords/>
  <dc:description>generated using python-pptx</dc:description>
  <cp:lastModifiedBy>TheParajanya</cp:lastModifiedBy>
  <cp:revision>5</cp:revision>
  <dcterms:created xsi:type="dcterms:W3CDTF">2013-01-27T09:14:16Z</dcterms:created>
  <dcterms:modified xsi:type="dcterms:W3CDTF">2025-12-09T23:49:03Z</dcterms:modified>
  <cp:category/>
</cp:coreProperties>
</file>