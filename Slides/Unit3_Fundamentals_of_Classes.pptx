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 3: Fundamentals of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Lecture Notes – BCA Third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is a blueprint that defines properties (variables) and behaviors (methods).</a:t>
            </a:r>
          </a:p>
          <a:p>
            <a:r>
              <a:t>Classes help model real-world entities and support Object-Oriented Programming principles.</a:t>
            </a:r>
          </a:p>
          <a:p>
            <a:r>
              <a:t>A program may contain many classes working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class Student {</a:t>
            </a:r>
          </a:p>
          <a:p>
            <a:r>
              <a:t>    int id;</a:t>
            </a:r>
          </a:p>
          <a:p>
            <a:r>
              <a:t>    String name;</a:t>
            </a:r>
          </a:p>
          <a:p>
            <a:r>
              <a:t>}</a:t>
            </a:r>
          </a:p>
          <a:p>
            <a:r>
              <a:t>This class defines two fields representing the student's identity.</a:t>
            </a:r>
          </a:p>
          <a:p>
            <a:r>
              <a:t>No behavior/methods are yet added.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Class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Objects are instances of classes created using 'new' keyword.</a:t>
            </a:r>
          </a:p>
          <a:p>
            <a:r>
              <a:t>Example:</a:t>
            </a:r>
          </a:p>
          <a:p>
            <a:r>
              <a:t>Student s1 = new Student();</a:t>
            </a:r>
          </a:p>
          <a:p>
            <a:r>
              <a:t>Each object gets its own copy of fields.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Methods to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define actions or behaviors.</a:t>
            </a:r>
          </a:p>
          <a:p>
            <a:r>
              <a:t>Example:</a:t>
            </a:r>
          </a:p>
          <a:p>
            <a:r>
              <a:t>void display() {</a:t>
            </a:r>
          </a:p>
          <a:p>
            <a:r>
              <a:t>   System.out.println(name);</a:t>
            </a:r>
          </a:p>
          <a:p>
            <a:r>
              <a:t>}</a:t>
            </a:r>
          </a:p>
          <a:p>
            <a:r>
              <a:t>Methods can accept parameters and return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call a method:</a:t>
            </a:r>
          </a:p>
          <a:p>
            <a:r>
              <a:t>objectName.methodName();</a:t>
            </a:r>
          </a:p>
          <a:p>
            <a:r>
              <a:t>Example:</a:t>
            </a:r>
          </a:p>
          <a:p>
            <a:r>
              <a:t>s1.display();</a:t>
            </a:r>
          </a:p>
          <a:p>
            <a:r>
              <a:t>Methods help modularize code and enhance reusability.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 hides internal implementation details.</a:t>
            </a:r>
          </a:p>
          <a:p>
            <a:r>
              <a:t>Shows only necessary features.</a:t>
            </a:r>
          </a:p>
          <a:p>
            <a:r>
              <a:t>Example: Using a smartphone without knowing its internal circuitry.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Wrapping data and methods together into a single unit (class).</a:t>
            </a:r>
          </a:p>
          <a:p>
            <a:r>
              <a:t>Achieved using **private** fields and public getter/setter methods.</a:t>
            </a:r>
          </a:p>
          <a:p>
            <a:r>
              <a:t>Ensures data protection and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'this'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'this' refers to the current object.</a:t>
            </a:r>
          </a:p>
          <a:p>
            <a:r>
              <a:t>Used to access instance variables when method parameters shadow field names.</a:t>
            </a:r>
          </a:p>
          <a:p>
            <a:r>
              <a:t>Example: this.name=name;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Constructors initialize objects automatically on creation.</a:t>
            </a:r>
          </a:p>
          <a:p>
            <a:r>
              <a:t>They have no return type and share the class name.</a:t>
            </a:r>
          </a:p>
          <a:p>
            <a:r>
              <a:t>Example:</a:t>
            </a:r>
          </a:p>
          <a:p>
            <a:r>
              <a:t>Student(){ System.out.println("Created");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Default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no constructor is written, Java provides a default constructor.</a:t>
            </a:r>
          </a:p>
          <a:p>
            <a:r>
              <a:t>It assigns default values: int=0, boolean=false, objects=null.</a:t>
            </a:r>
          </a:p>
          <a:p>
            <a:r>
              <a:t>Used for creating simple objects quickly.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initializing objects with custom values.</a:t>
            </a:r>
          </a:p>
          <a:p>
            <a:r>
              <a:t>Example:</a:t>
            </a:r>
          </a:p>
          <a:p>
            <a:r>
              <a:t>Student(int id, String name){ this.id=id; this.name=name;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on Methods: Return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Methods can return primitive or reference values.</a:t>
            </a:r>
          </a:p>
          <a:p>
            <a:r>
              <a:t>Example:</a:t>
            </a:r>
          </a:p>
          <a:p>
            <a:r>
              <a:t>int square(int x){ return x*x; }</a:t>
            </a:r>
          </a:p>
          <a:p>
            <a:r>
              <a:t>Return statement ends execution of the method.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Passing by Value vs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always uses pass-by-value.</a:t>
            </a:r>
          </a:p>
          <a:p>
            <a:r>
              <a:t>Objects are passed by reference value (address), not actual object.</a:t>
            </a:r>
          </a:p>
          <a:p>
            <a:r>
              <a:t>Changes inside method affect object fields.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 and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Polymorphism = one name, many forms.</a:t>
            </a:r>
          </a:p>
          <a:p>
            <a:r>
              <a:t>Method overloading: same method name, different parameter list.</a:t>
            </a:r>
          </a:p>
          <a:p>
            <a:r>
              <a:t>Example:</a:t>
            </a:r>
          </a:p>
          <a:p>
            <a:r>
              <a:t>add(int a);</a:t>
            </a:r>
          </a:p>
          <a:p>
            <a:r>
              <a:t>add(int a, int b);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method that calls itself.</a:t>
            </a:r>
          </a:p>
          <a:p>
            <a:r>
              <a:t>Used in factorial, Fibonacci, searching, tree traversal.</a:t>
            </a:r>
          </a:p>
          <a:p>
            <a:r>
              <a:t>Requires base case to prevent infinite recursion.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– accessible everywhere.</a:t>
            </a:r>
          </a:p>
          <a:p>
            <a:r>
              <a:t>private – accessible only inside class.</a:t>
            </a:r>
          </a:p>
          <a:p>
            <a:r>
              <a:t>protected – accessible in subclasses.</a:t>
            </a:r>
          </a:p>
          <a:p>
            <a:r>
              <a:t>default – accessible inside same package.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and Inner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Nested class: defined inside another class.</a:t>
            </a:r>
          </a:p>
          <a:p>
            <a:r>
              <a:t>Inner class: non-static nested class.</a:t>
            </a:r>
          </a:p>
          <a:p>
            <a:r>
              <a:t>Static nested class: belongs to outer class, not object.</a:t>
            </a:r>
          </a:p>
          <a:p>
            <a:r>
              <a:t>Used for grouping logically related classes.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