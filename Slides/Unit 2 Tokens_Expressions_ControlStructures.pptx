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534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Unit 2: Tokens, Expressions &amp; 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Primitive Data Types: Integers, Floating-Point types, Characters, Booleans; User- Defined Data Types, Declarations, Constants, Identifiers, Literals, Type Conversion and Casting,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Variables</a:t>
            </a:r>
            <a:r>
              <a:rPr lang="en-US" dirty="0"/>
              <a:t>: Variable Definition and Assignment, Default Variable Initializations; Command-Line Arguments, Arrays of Primitive Data Types, Comment Syntax, Garbage Collection, Expressions,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Using </a:t>
            </a:r>
            <a:r>
              <a:rPr lang="en-US" dirty="0"/>
              <a:t>Operators: Arithmetic, Bitwise, Relational, Logical, Assignment, Conditional, Shift, Ternary, Auto-increment and Auto-decrement; Using Control Statements(Branching: if, switch; Looping: while, do-while, for; Jumping statements: break, continue and return)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Tokens are the smallest elements of a Java program. Java has five major types of tokens:</a:t>
            </a:r>
          </a:p>
          <a:p>
            <a:pPr marL="400050" lvl="1" indent="0">
              <a:buNone/>
            </a:pPr>
            <a:r>
              <a:rPr dirty="0"/>
              <a:t>1. </a:t>
            </a:r>
            <a:r>
              <a:rPr dirty="0" smtClean="0"/>
              <a:t>Keywords </a:t>
            </a:r>
            <a:r>
              <a:rPr dirty="0"/>
              <a:t>– Reserved words with special meaning.</a:t>
            </a:r>
          </a:p>
          <a:p>
            <a:pPr marL="400050" lvl="1" indent="0">
              <a:buNone/>
            </a:pPr>
            <a:r>
              <a:rPr dirty="0"/>
              <a:t>2. </a:t>
            </a:r>
            <a:r>
              <a:rPr dirty="0" smtClean="0"/>
              <a:t>Identifiers </a:t>
            </a:r>
            <a:r>
              <a:rPr dirty="0"/>
              <a:t>– Names for variables, methods, classes.</a:t>
            </a:r>
          </a:p>
          <a:p>
            <a:pPr marL="400050" lvl="1" indent="0">
              <a:buNone/>
            </a:pPr>
            <a:r>
              <a:rPr dirty="0"/>
              <a:t>3. </a:t>
            </a:r>
            <a:r>
              <a:rPr dirty="0" smtClean="0"/>
              <a:t>Literals </a:t>
            </a:r>
            <a:r>
              <a:rPr dirty="0"/>
              <a:t>– Fixed values like numbers or characters.</a:t>
            </a:r>
          </a:p>
          <a:p>
            <a:pPr marL="400050" lvl="1" indent="0">
              <a:buNone/>
            </a:pPr>
            <a:r>
              <a:rPr dirty="0"/>
              <a:t>4. </a:t>
            </a:r>
            <a:r>
              <a:rPr dirty="0" smtClean="0"/>
              <a:t>Operators </a:t>
            </a:r>
            <a:r>
              <a:rPr dirty="0"/>
              <a:t>– Symbols that perform operations.</a:t>
            </a:r>
          </a:p>
          <a:p>
            <a:pPr marL="400050" lvl="1" indent="0">
              <a:buNone/>
            </a:pPr>
            <a:r>
              <a:rPr dirty="0"/>
              <a:t>5. </a:t>
            </a:r>
            <a:r>
              <a:rPr dirty="0" smtClean="0"/>
              <a:t>Separators </a:t>
            </a:r>
            <a:r>
              <a:rPr dirty="0"/>
              <a:t>– Characters like (), {}, [], ; used for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Primitive Data Types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has 8 primitive types:</a:t>
            </a:r>
          </a:p>
          <a:p>
            <a:r>
              <a:rPr dirty="0" smtClean="0"/>
              <a:t> Integers: </a:t>
            </a:r>
            <a:r>
              <a:rPr dirty="0"/>
              <a:t>byte, short, </a:t>
            </a:r>
            <a:r>
              <a:rPr dirty="0" err="1"/>
              <a:t>int</a:t>
            </a:r>
            <a:r>
              <a:rPr dirty="0"/>
              <a:t>, long</a:t>
            </a:r>
          </a:p>
          <a:p>
            <a:r>
              <a:rPr dirty="0" smtClean="0"/>
              <a:t> Floating-point: </a:t>
            </a:r>
            <a:r>
              <a:rPr dirty="0"/>
              <a:t>float, </a:t>
            </a:r>
            <a:r>
              <a:rPr dirty="0" smtClean="0"/>
              <a:t>double</a:t>
            </a:r>
            <a:endParaRPr dirty="0"/>
          </a:p>
          <a:p>
            <a:r>
              <a:rPr dirty="0" smtClean="0"/>
              <a:t> Characters: </a:t>
            </a:r>
            <a:r>
              <a:rPr dirty="0"/>
              <a:t>char</a:t>
            </a:r>
          </a:p>
          <a:p>
            <a:r>
              <a:rPr dirty="0" smtClean="0"/>
              <a:t> Boolean: </a:t>
            </a:r>
            <a:r>
              <a:rPr dirty="0"/>
              <a:t>true/false</a:t>
            </a:r>
          </a:p>
          <a:p>
            <a:r>
              <a:rPr dirty="0"/>
              <a:t>These are </a:t>
            </a:r>
            <a:r>
              <a:rPr dirty="0" smtClean="0"/>
              <a:t>low-level </a:t>
            </a:r>
            <a:r>
              <a:rPr dirty="0"/>
              <a:t>types stored directly in memory and optimized for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Integer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provides four integer types:</a:t>
            </a:r>
          </a:p>
          <a:p>
            <a:r>
              <a:rPr dirty="0"/>
              <a:t>1. </a:t>
            </a:r>
            <a:r>
              <a:rPr dirty="0" smtClean="0"/>
              <a:t>byte </a:t>
            </a:r>
            <a:r>
              <a:rPr dirty="0"/>
              <a:t>– 1 byte, range </a:t>
            </a:r>
            <a:r>
              <a:rPr lang="en-US" dirty="0" smtClean="0"/>
              <a:t>-</a:t>
            </a:r>
            <a:r>
              <a:rPr dirty="0" smtClean="0"/>
              <a:t>128 </a:t>
            </a:r>
            <a:r>
              <a:rPr dirty="0"/>
              <a:t>to 127</a:t>
            </a:r>
          </a:p>
          <a:p>
            <a:r>
              <a:rPr dirty="0"/>
              <a:t>2. </a:t>
            </a:r>
            <a:r>
              <a:rPr dirty="0" smtClean="0"/>
              <a:t>short </a:t>
            </a:r>
            <a:r>
              <a:rPr dirty="0"/>
              <a:t>– 2 bytes</a:t>
            </a:r>
          </a:p>
          <a:p>
            <a:r>
              <a:rPr dirty="0"/>
              <a:t>3. </a:t>
            </a:r>
            <a:r>
              <a:rPr dirty="0" err="1" smtClean="0"/>
              <a:t>int</a:t>
            </a:r>
            <a:r>
              <a:rPr dirty="0" smtClean="0"/>
              <a:t> </a:t>
            </a:r>
            <a:r>
              <a:rPr dirty="0"/>
              <a:t>– 4 bytes (default for integers)</a:t>
            </a:r>
          </a:p>
          <a:p>
            <a:r>
              <a:rPr dirty="0"/>
              <a:t>4. </a:t>
            </a:r>
            <a:r>
              <a:rPr dirty="0" smtClean="0"/>
              <a:t>long </a:t>
            </a:r>
            <a:r>
              <a:rPr dirty="0"/>
              <a:t>– 8 bytes, ends with 'L'</a:t>
            </a:r>
          </a:p>
          <a:p>
            <a:r>
              <a:rPr dirty="0"/>
              <a:t>Used for arithmetic operations and counting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Floating-point </a:t>
            </a:r>
            <a:r>
              <a:rPr dirty="0"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supports two </a:t>
            </a:r>
            <a:r>
              <a:rPr dirty="0" smtClean="0"/>
              <a:t>floating-point </a:t>
            </a:r>
            <a:r>
              <a:rPr dirty="0"/>
              <a:t>types:</a:t>
            </a:r>
          </a:p>
          <a:p>
            <a:r>
              <a:rPr dirty="0"/>
              <a:t>1. </a:t>
            </a:r>
            <a:r>
              <a:rPr dirty="0" smtClean="0"/>
              <a:t>float </a:t>
            </a:r>
            <a:r>
              <a:rPr dirty="0"/>
              <a:t>– 4 bytes, ends with 'f'</a:t>
            </a:r>
          </a:p>
          <a:p>
            <a:r>
              <a:rPr dirty="0"/>
              <a:t>2. </a:t>
            </a:r>
            <a:r>
              <a:rPr dirty="0" smtClean="0"/>
              <a:t>double </a:t>
            </a:r>
            <a:r>
              <a:rPr dirty="0"/>
              <a:t>– 8 bytes (default)</a:t>
            </a:r>
          </a:p>
          <a:p>
            <a:r>
              <a:rPr dirty="0"/>
              <a:t>Used for decimal values, scientific calculations, measurements.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Characters &amp; Booleans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char </a:t>
            </a:r>
            <a:r>
              <a:rPr dirty="0"/>
              <a:t>stores a single 16‑bit Unicode character (e.g., 'A', '1', '$').</a:t>
            </a:r>
          </a:p>
          <a:p>
            <a:r>
              <a:rPr dirty="0" smtClean="0"/>
              <a:t>Boolean </a:t>
            </a:r>
            <a:r>
              <a:rPr dirty="0"/>
              <a:t>stores either true or false and is used in conditions, loops, logical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UserDefined</a:t>
            </a:r>
            <a:r>
              <a:rPr dirty="0" smtClean="0"/>
              <a:t> </a:t>
            </a:r>
            <a:r>
              <a:rPr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allows creation of </a:t>
            </a:r>
            <a:r>
              <a:rPr dirty="0" err="1" smtClean="0"/>
              <a:t>userdefined</a:t>
            </a:r>
            <a:r>
              <a:rPr dirty="0" smtClean="0"/>
              <a:t> </a:t>
            </a:r>
            <a:r>
              <a:rPr dirty="0"/>
              <a:t>types using:</a:t>
            </a:r>
          </a:p>
          <a:p>
            <a:r>
              <a:rPr dirty="0" smtClean="0"/>
              <a:t> Classes</a:t>
            </a:r>
            <a:endParaRPr dirty="0"/>
          </a:p>
          <a:p>
            <a:r>
              <a:rPr dirty="0" smtClean="0"/>
              <a:t> Interfaces</a:t>
            </a:r>
            <a:endParaRPr dirty="0"/>
          </a:p>
          <a:p>
            <a:r>
              <a:rPr dirty="0" smtClean="0"/>
              <a:t> </a:t>
            </a:r>
            <a:r>
              <a:rPr dirty="0" err="1" smtClean="0"/>
              <a:t>Enums</a:t>
            </a:r>
            <a:endParaRPr dirty="0"/>
          </a:p>
          <a:p>
            <a:r>
              <a:rPr dirty="0"/>
              <a:t>These help organize complex data and behaviors into structured, reusable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Declarations, Constants &amp;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Declaration: </a:t>
            </a:r>
            <a:r>
              <a:rPr dirty="0"/>
              <a:t>Creating variables with a type.</a:t>
            </a:r>
          </a:p>
          <a:p>
            <a:r>
              <a:rPr dirty="0" smtClean="0"/>
              <a:t>Constants: </a:t>
            </a:r>
            <a:r>
              <a:rPr dirty="0"/>
              <a:t>Declared using 'final', value cannot change.</a:t>
            </a:r>
          </a:p>
          <a:p>
            <a:r>
              <a:rPr dirty="0" smtClean="0"/>
              <a:t>Identifiers: </a:t>
            </a:r>
            <a:r>
              <a:rPr dirty="0"/>
              <a:t>Names for variables, classes, methods—must start with a letter or underscore, cannot be keywords.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Literals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Literals include:</a:t>
            </a:r>
          </a:p>
          <a:p>
            <a:r>
              <a:rPr dirty="0" smtClean="0"/>
              <a:t> </a:t>
            </a:r>
            <a:r>
              <a:rPr dirty="0"/>
              <a:t>Integer literals (10, 200)</a:t>
            </a:r>
          </a:p>
          <a:p>
            <a:r>
              <a:rPr dirty="0" smtClean="0"/>
              <a:t> </a:t>
            </a:r>
            <a:r>
              <a:rPr dirty="0"/>
              <a:t>Floating literals (3.14, 5.6e2)</a:t>
            </a:r>
          </a:p>
          <a:p>
            <a:r>
              <a:rPr dirty="0" smtClean="0"/>
              <a:t> </a:t>
            </a:r>
            <a:r>
              <a:rPr dirty="0"/>
              <a:t>Character literals ('A', '\n')</a:t>
            </a:r>
          </a:p>
          <a:p>
            <a:r>
              <a:rPr dirty="0" smtClean="0"/>
              <a:t> </a:t>
            </a:r>
            <a:r>
              <a:rPr dirty="0"/>
              <a:t>Boolean literals (true, false)</a:t>
            </a:r>
          </a:p>
          <a:p>
            <a:r>
              <a:rPr dirty="0" smtClean="0"/>
              <a:t> </a:t>
            </a:r>
            <a:r>
              <a:rPr dirty="0"/>
              <a:t>String literals ("Hello")</a:t>
            </a:r>
          </a:p>
          <a:p>
            <a:r>
              <a:rPr dirty="0"/>
              <a:t>Used to assign fixed values to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 &amp;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kinds:</a:t>
            </a:r>
          </a:p>
          <a:p>
            <a:r>
              <a:rPr dirty="0"/>
              <a:t>1. </a:t>
            </a:r>
            <a:r>
              <a:rPr dirty="0" smtClean="0"/>
              <a:t>Implicit </a:t>
            </a:r>
            <a:r>
              <a:rPr dirty="0"/>
              <a:t>conversion (widening</a:t>
            </a:r>
            <a:r>
              <a:rPr dirty="0" smtClean="0"/>
              <a:t>) </a:t>
            </a:r>
            <a:r>
              <a:rPr dirty="0"/>
              <a:t>– automatic, safe </a:t>
            </a:r>
            <a:r>
              <a:rPr dirty="0" smtClean="0"/>
              <a:t>(</a:t>
            </a:r>
            <a:r>
              <a:rPr lang="en-US" dirty="0" err="1" smtClean="0"/>
              <a:t>byte</a:t>
            </a:r>
            <a:r>
              <a:rPr lang="en-US" dirty="0" err="1" smtClean="0">
                <a:sym typeface="Wingdings" panose="05000000000000000000" pitchFamily="2" charset="2"/>
              </a:rPr>
              <a:t></a:t>
            </a:r>
            <a:r>
              <a:rPr dirty="0" err="1" smtClean="0"/>
              <a:t>int</a:t>
            </a:r>
            <a:r>
              <a:rPr dirty="0" smtClean="0"/>
              <a:t> </a:t>
            </a:r>
            <a:r>
              <a:rPr dirty="0"/>
              <a:t>→ long → float → double)</a:t>
            </a:r>
          </a:p>
          <a:p>
            <a:r>
              <a:rPr dirty="0"/>
              <a:t>2. </a:t>
            </a:r>
            <a:r>
              <a:rPr dirty="0" smtClean="0"/>
              <a:t>Explicit </a:t>
            </a:r>
            <a:r>
              <a:rPr dirty="0"/>
              <a:t>casting (narrowing</a:t>
            </a:r>
            <a:r>
              <a:rPr dirty="0" smtClean="0"/>
              <a:t>) </a:t>
            </a:r>
            <a:r>
              <a:rPr dirty="0"/>
              <a:t>– </a:t>
            </a:r>
            <a:r>
              <a:rPr dirty="0" err="1" smtClean="0"/>
              <a:t>userspecified</a:t>
            </a:r>
            <a:r>
              <a:rPr dirty="0"/>
              <a:t>, may lose data (double → </a:t>
            </a:r>
            <a:r>
              <a:rPr dirty="0" err="1"/>
              <a:t>int</a:t>
            </a:r>
            <a:r>
              <a:rPr dirty="0"/>
              <a:t>)</a:t>
            </a:r>
          </a:p>
          <a:p>
            <a:r>
              <a:rPr dirty="0"/>
              <a:t>Example: </a:t>
            </a:r>
            <a:r>
              <a:rPr dirty="0" err="1"/>
              <a:t>int</a:t>
            </a:r>
            <a:r>
              <a:rPr dirty="0"/>
              <a:t> x = (</a:t>
            </a:r>
            <a:r>
              <a:rPr dirty="0" err="1"/>
              <a:t>int</a:t>
            </a:r>
            <a:r>
              <a:rPr dirty="0"/>
              <a:t>) 9.8;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Variables: Definition &amp;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variable stores data. Syntax: type </a:t>
            </a:r>
            <a:r>
              <a:rPr dirty="0" err="1"/>
              <a:t>variableName</a:t>
            </a:r>
            <a:r>
              <a:rPr dirty="0"/>
              <a:t> = value;</a:t>
            </a:r>
          </a:p>
          <a:p>
            <a:r>
              <a:rPr dirty="0"/>
              <a:t>Variables can be assigned new values anytime.</a:t>
            </a:r>
          </a:p>
          <a:p>
            <a:r>
              <a:rPr dirty="0"/>
              <a:t>Example</a:t>
            </a:r>
            <a:r>
              <a:rPr dirty="0" smtClean="0"/>
              <a:t>:</a:t>
            </a:r>
            <a:endParaRPr dirty="0"/>
          </a:p>
          <a:p>
            <a:r>
              <a:rPr dirty="0" err="1"/>
              <a:t>int</a:t>
            </a:r>
            <a:r>
              <a:rPr dirty="0"/>
              <a:t> age = 20;</a:t>
            </a:r>
          </a:p>
          <a:p>
            <a:r>
              <a:rPr dirty="0"/>
              <a:t>age = 25;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Variable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automatically initializes instance variables:</a:t>
            </a:r>
          </a:p>
          <a:p>
            <a:r>
              <a:t>int → 0</a:t>
            </a:r>
          </a:p>
          <a:p>
            <a:r>
              <a:t>double → 0.0</a:t>
            </a:r>
          </a:p>
          <a:p>
            <a:r>
              <a:t>boolean → false</a:t>
            </a:r>
          </a:p>
          <a:p>
            <a:r>
              <a:t>Object references → null</a:t>
            </a:r>
          </a:p>
          <a:p>
            <a:r>
              <a:t>Local variables MUST be initialized manually.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Command</a:t>
            </a:r>
            <a:r>
              <a:rPr lang="en-US" dirty="0" smtClean="0"/>
              <a:t> </a:t>
            </a:r>
            <a:r>
              <a:rPr dirty="0" smtClean="0"/>
              <a:t>Line </a:t>
            </a:r>
            <a:r>
              <a:rPr dirty="0"/>
              <a:t>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Arguments passed at program execution.</a:t>
            </a:r>
          </a:p>
          <a:p>
            <a:r>
              <a:t>Example:</a:t>
            </a:r>
          </a:p>
          <a:p>
            <a:r>
              <a:t>java Demo hello 123</a:t>
            </a:r>
          </a:p>
          <a:p>
            <a:r>
              <a:t>They are accessed using the String[] args parameter in main().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 of Primitive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Arrays store multiple values of the same type.</a:t>
            </a:r>
          </a:p>
          <a:p>
            <a:r>
              <a:rPr dirty="0"/>
              <a:t>Example:</a:t>
            </a:r>
          </a:p>
          <a:p>
            <a:r>
              <a:rPr dirty="0" err="1"/>
              <a:t>int</a:t>
            </a:r>
            <a:r>
              <a:rPr dirty="0"/>
              <a:t>[] numbers = {1,2,3};</a:t>
            </a:r>
          </a:p>
          <a:p>
            <a:r>
              <a:rPr dirty="0"/>
              <a:t>They have fixed size and </a:t>
            </a:r>
            <a:r>
              <a:rPr dirty="0" smtClean="0"/>
              <a:t>zero</a:t>
            </a:r>
            <a:r>
              <a:rPr lang="en-US" dirty="0" smtClean="0"/>
              <a:t> </a:t>
            </a:r>
            <a:r>
              <a:rPr dirty="0" smtClean="0"/>
              <a:t>based </a:t>
            </a:r>
            <a:r>
              <a:rPr dirty="0"/>
              <a:t>indexing.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Syntax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supports:</a:t>
            </a:r>
          </a:p>
          <a:p>
            <a:r>
              <a:rPr dirty="0"/>
              <a:t>1. </a:t>
            </a:r>
            <a:r>
              <a:rPr dirty="0" err="1" smtClean="0"/>
              <a:t>Singleline</a:t>
            </a:r>
            <a:r>
              <a:rPr dirty="0" smtClean="0"/>
              <a:t> </a:t>
            </a:r>
            <a:r>
              <a:rPr dirty="0"/>
              <a:t>comments: //</a:t>
            </a:r>
          </a:p>
          <a:p>
            <a:r>
              <a:rPr dirty="0"/>
              <a:t>2. </a:t>
            </a:r>
            <a:r>
              <a:rPr dirty="0" smtClean="0"/>
              <a:t>Multiline </a:t>
            </a:r>
            <a:r>
              <a:rPr dirty="0"/>
              <a:t>comments: /* ... */</a:t>
            </a:r>
          </a:p>
          <a:p>
            <a:r>
              <a:rPr dirty="0"/>
              <a:t>3. Documentation comments: </a:t>
            </a:r>
            <a:r>
              <a:rPr dirty="0" smtClean="0"/>
              <a:t>/ </a:t>
            </a:r>
            <a:r>
              <a:rPr dirty="0"/>
              <a:t>... */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Garbage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automatically frees unused memory.</a:t>
            </a:r>
          </a:p>
          <a:p>
            <a:r>
              <a:t>No need for manual deletion.</a:t>
            </a:r>
          </a:p>
          <a:p>
            <a:r>
              <a:t>Garbage Collector removes objects with no references.</a:t>
            </a:r>
          </a:p>
          <a:p>
            <a:r>
              <a:t>Improves memory safety and prevents leaks.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Expressions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Expressions combine variables, operators, and values to produce results.</a:t>
            </a:r>
          </a:p>
          <a:p>
            <a:r>
              <a:t>Examples:</a:t>
            </a:r>
          </a:p>
          <a:p>
            <a:r>
              <a:t>a + b</a:t>
            </a:r>
          </a:p>
          <a:p>
            <a:r>
              <a:t>x &gt; 10</a:t>
            </a:r>
          </a:p>
          <a:p>
            <a:r>
              <a:t>n * 5 + 2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Operators: +, </a:t>
            </a:r>
            <a:r>
              <a:rPr dirty="0" smtClean="0"/>
              <a:t>, </a:t>
            </a:r>
            <a:r>
              <a:rPr dirty="0"/>
              <a:t>*, /, %</a:t>
            </a:r>
          </a:p>
          <a:p>
            <a:r>
              <a:rPr dirty="0"/>
              <a:t>Used in mathematical computations.</a:t>
            </a:r>
          </a:p>
          <a:p>
            <a:r>
              <a:rPr dirty="0"/>
              <a:t>Example: </a:t>
            </a:r>
            <a:r>
              <a:rPr dirty="0" err="1"/>
              <a:t>int</a:t>
            </a:r>
            <a:r>
              <a:rPr dirty="0"/>
              <a:t> result = a + b;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&amp;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Relational: &gt;, &lt;, &gt;=, &lt;=, ==, !=</a:t>
            </a:r>
          </a:p>
          <a:p>
            <a:r>
              <a:rPr dirty="0"/>
              <a:t>Logical: &amp;&amp;, ||, !</a:t>
            </a:r>
          </a:p>
          <a:p>
            <a:r>
              <a:rPr dirty="0"/>
              <a:t>These produce </a:t>
            </a:r>
            <a:r>
              <a:rPr dirty="0" err="1"/>
              <a:t>boolean</a:t>
            </a:r>
            <a:r>
              <a:rPr dirty="0"/>
              <a:t> results and control program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Bitwise &amp; Shift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Bitwise: &amp;, |, ^, ~</a:t>
            </a:r>
          </a:p>
          <a:p>
            <a:r>
              <a:rPr dirty="0"/>
              <a:t>Shift: &lt;&lt;, &gt;&gt;, &gt;&gt;&gt;</a:t>
            </a:r>
          </a:p>
          <a:p>
            <a:r>
              <a:rPr dirty="0"/>
              <a:t>Used for </a:t>
            </a:r>
            <a:r>
              <a:rPr dirty="0" err="1" smtClean="0"/>
              <a:t>lowlevel</a:t>
            </a:r>
            <a:r>
              <a:rPr dirty="0" smtClean="0"/>
              <a:t> </a:t>
            </a:r>
            <a:r>
              <a:rPr dirty="0"/>
              <a:t>operations, cryptography, and optimization.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Ternary &amp; 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Ternary: condition ? value1 : value2</a:t>
            </a:r>
          </a:p>
          <a:p>
            <a:r>
              <a:rPr dirty="0"/>
              <a:t>Assignment: =, +=, </a:t>
            </a:r>
            <a:r>
              <a:rPr dirty="0" smtClean="0"/>
              <a:t>=, </a:t>
            </a:r>
            <a:r>
              <a:rPr dirty="0"/>
              <a:t>*=, /=, %=</a:t>
            </a:r>
          </a:p>
          <a:p>
            <a:r>
              <a:rPr dirty="0"/>
              <a:t>Help write compact conditional and mathematical expressions.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AutoIncrement</a:t>
            </a:r>
            <a:r>
              <a:rPr dirty="0" smtClean="0"/>
              <a:t> </a:t>
            </a:r>
            <a:r>
              <a:rPr dirty="0"/>
              <a:t>&amp; </a:t>
            </a:r>
            <a:r>
              <a:rPr dirty="0" err="1" smtClean="0"/>
              <a:t>AutoDecrement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++ and </a:t>
            </a:r>
            <a:r>
              <a:rPr dirty="0" smtClean="0"/>
              <a:t> </a:t>
            </a:r>
            <a:r>
              <a:rPr dirty="0"/>
              <a:t>modify values by 1.</a:t>
            </a:r>
          </a:p>
          <a:p>
            <a:r>
              <a:rPr dirty="0"/>
              <a:t>Prefix (++a) changes before use.</a:t>
            </a:r>
          </a:p>
          <a:p>
            <a:r>
              <a:rPr dirty="0"/>
              <a:t>Postfix (a++) uses value, then changes.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Branching: if &amp;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</a:t>
            </a:r>
            <a:r>
              <a:rPr smtClean="0"/>
              <a:t>f</a:t>
            </a:r>
            <a:r>
              <a:rPr lang="en-US" smtClean="0"/>
              <a:t> </a:t>
            </a:r>
            <a:r>
              <a:rPr smtClean="0"/>
              <a:t>else </a:t>
            </a:r>
            <a:r>
              <a:rPr dirty="0"/>
              <a:t>executes blocks based on conditions.</a:t>
            </a:r>
          </a:p>
          <a:p>
            <a:r>
              <a:rPr dirty="0" smtClean="0"/>
              <a:t>switch </a:t>
            </a:r>
            <a:r>
              <a:rPr dirty="0"/>
              <a:t>evaluates a single expression and matches cases.</a:t>
            </a:r>
          </a:p>
          <a:p>
            <a:r>
              <a:rPr dirty="0"/>
              <a:t>Used for </a:t>
            </a:r>
            <a:r>
              <a:rPr dirty="0" smtClean="0"/>
              <a:t>multiway </a:t>
            </a:r>
            <a:r>
              <a:rPr dirty="0"/>
              <a:t>decisions.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Looping: while, </a:t>
            </a:r>
            <a:r>
              <a:rPr dirty="0" smtClean="0"/>
              <a:t>do</a:t>
            </a:r>
            <a:r>
              <a:rPr lang="en-US" dirty="0" smtClean="0"/>
              <a:t> </a:t>
            </a:r>
            <a:r>
              <a:rPr dirty="0" smtClean="0"/>
              <a:t>while</a:t>
            </a:r>
            <a:r>
              <a:rPr dirty="0"/>
              <a:t>,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while </a:t>
            </a:r>
            <a:r>
              <a:rPr dirty="0"/>
              <a:t>– checks condition first.</a:t>
            </a:r>
          </a:p>
          <a:p>
            <a:r>
              <a:rPr lang="en-US" dirty="0" smtClean="0"/>
              <a:t>D</a:t>
            </a:r>
            <a:r>
              <a:rPr dirty="0" smtClean="0"/>
              <a:t>o</a:t>
            </a:r>
            <a:r>
              <a:rPr lang="en-US" dirty="0" smtClean="0"/>
              <a:t> </a:t>
            </a:r>
            <a:r>
              <a:rPr dirty="0" smtClean="0"/>
              <a:t>while </a:t>
            </a:r>
            <a:r>
              <a:rPr dirty="0"/>
              <a:t>– executes at least once.</a:t>
            </a:r>
          </a:p>
          <a:p>
            <a:r>
              <a:rPr dirty="0" smtClean="0"/>
              <a:t>for </a:t>
            </a:r>
            <a:r>
              <a:rPr dirty="0"/>
              <a:t>– compact loop with initialization, condition, update.</a:t>
            </a:r>
          </a:p>
          <a:p>
            <a:r>
              <a:rPr dirty="0"/>
              <a:t>Used for repetitive tasks.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Jump Statements: break, continue,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break </a:t>
            </a:r>
            <a:r>
              <a:rPr dirty="0"/>
              <a:t>– exits a loop or switch.</a:t>
            </a:r>
          </a:p>
          <a:p>
            <a:r>
              <a:rPr dirty="0" smtClean="0"/>
              <a:t>continue </a:t>
            </a:r>
            <a:r>
              <a:rPr dirty="0"/>
              <a:t>– skips current iteration.</a:t>
            </a:r>
          </a:p>
          <a:p>
            <a:r>
              <a:rPr dirty="0" smtClean="0"/>
              <a:t>return </a:t>
            </a:r>
            <a:r>
              <a:rPr dirty="0"/>
              <a:t>– exits method and returns a value.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unit introduces core programming constructs essential for writing efficient Java programs. </a:t>
            </a:r>
          </a:p>
          <a:p>
            <a:r>
              <a:t>Mastering tokens, data types, operators, and control statements enables students to build robust and </a:t>
            </a:r>
          </a:p>
          <a:p>
            <a:r>
              <a:t>logical Java applications. Practice is key to becoming proficient.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</TotalTime>
  <Words>1031</Words>
  <Application>Microsoft Office PowerPoint</Application>
  <PresentationFormat>On-screen Show (4:3)</PresentationFormat>
  <Paragraphs>132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Unit 2: Tokens, Expressions &amp; Control Structures</vt:lpstr>
      <vt:lpstr>Java Tokens</vt:lpstr>
      <vt:lpstr>Primitive Data Types Overview</vt:lpstr>
      <vt:lpstr>Integer Data Types</vt:lpstr>
      <vt:lpstr>Floating-point Types</vt:lpstr>
      <vt:lpstr>Characters &amp; Booleans</vt:lpstr>
      <vt:lpstr>UserDefined Data Types</vt:lpstr>
      <vt:lpstr>Declarations, Constants &amp; Identifiers</vt:lpstr>
      <vt:lpstr>Literals in Java</vt:lpstr>
      <vt:lpstr>Type Conversion &amp; Casting</vt:lpstr>
      <vt:lpstr>Variables: Definition &amp; Assignment</vt:lpstr>
      <vt:lpstr>Default Variable Initialization</vt:lpstr>
      <vt:lpstr>Command Line Arguments</vt:lpstr>
      <vt:lpstr>Arrays of Primitive Data Types</vt:lpstr>
      <vt:lpstr>Comment Syntax in Java</vt:lpstr>
      <vt:lpstr>Garbage Collection</vt:lpstr>
      <vt:lpstr>Expressions in Java</vt:lpstr>
      <vt:lpstr>Arithmetic Operators</vt:lpstr>
      <vt:lpstr>Relational &amp; Logical Operators</vt:lpstr>
      <vt:lpstr>Bitwise &amp; Shift Operators</vt:lpstr>
      <vt:lpstr>Ternary &amp; Assignment Operators</vt:lpstr>
      <vt:lpstr>AutoIncrement &amp; AutoDecrement</vt:lpstr>
      <vt:lpstr>Branching: if &amp; switch</vt:lpstr>
      <vt:lpstr>Looping: while, do while, for</vt:lpstr>
      <vt:lpstr>Jump Statements: break, continue, return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2: Tokens, Expressions &amp; Control Structures</dc:title>
  <dc:subject/>
  <dc:creator/>
  <cp:keywords/>
  <dc:description>generated using python-pptx</dc:description>
  <cp:lastModifiedBy>TheParajanya</cp:lastModifiedBy>
  <cp:revision>13</cp:revision>
  <dcterms:created xsi:type="dcterms:W3CDTF">2013-01-27T09:14:16Z</dcterms:created>
  <dcterms:modified xsi:type="dcterms:W3CDTF">2025-11-25T00:57:06Z</dcterms:modified>
  <cp:category/>
</cp:coreProperties>
</file>