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5: Handling Errors &amp; Exceptions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BCA Third Semester – Detailed PPT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exception is an event that disrupts normal program flow.</a:t>
            </a:r>
          </a:p>
          <a:p>
            <a:r>
              <a:t>Occurs due to errors like invalid input, divide-by-zero, missing files.</a:t>
            </a:r>
          </a:p>
          <a:p>
            <a:r>
              <a:t>Helps detect and handle runtime problems gracefully.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Exceptions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built-in exceptions:</a:t>
            </a:r>
          </a:p>
          <a:p>
            <a:r>
              <a:t>• ArithmeticException</a:t>
            </a:r>
          </a:p>
          <a:p>
            <a:r>
              <a:t>• NullPointerException</a:t>
            </a:r>
          </a:p>
          <a:p>
            <a:r>
              <a:t>• ArrayIndexOutOfBoundsException</a:t>
            </a:r>
          </a:p>
          <a:p>
            <a:r>
              <a:t>• NumberFormatException</a:t>
            </a:r>
          </a:p>
          <a:p>
            <a:r>
              <a:t>• IOException</a:t>
            </a:r>
          </a:p>
          <a:p>
            <a:r>
              <a:t>Java categorizes exceptions into Checked, Unchecked, and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 Use of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exceptions only for exceptional situations.</a:t>
            </a:r>
          </a:p>
          <a:p>
            <a:r>
              <a:t>Do NOT use exceptions for normal program logic.</a:t>
            </a:r>
          </a:p>
          <a:p>
            <a:r>
              <a:t>Exceptions improve code reliability and debugging clarity.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exceptions extend Exception class.</a:t>
            </a:r>
          </a:p>
          <a:p>
            <a:r>
              <a:t>Example:</a:t>
            </a:r>
          </a:p>
          <a:p>
            <a:r>
              <a:t>class AgeException extends Exception {</a:t>
            </a:r>
          </a:p>
          <a:p>
            <a:r>
              <a:t>  AgeException(String msg){ super(msg);} }</a:t>
            </a:r>
          </a:p>
          <a:p>
            <a:r>
              <a:t>Used when built-in exceptions are not enough.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Catching Exceptions: try–catch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block contains risky code.</a:t>
            </a:r>
          </a:p>
          <a:p>
            <a:r>
              <a:t>catch block handles specific exception types.</a:t>
            </a:r>
          </a:p>
          <a:p>
            <a:r>
              <a:t>Example:</a:t>
            </a:r>
          </a:p>
          <a:p>
            <a:r>
              <a:t>try { int x = 5/0; }</a:t>
            </a:r>
          </a:p>
          <a:p>
            <a:r>
              <a:t>catch(ArithmeticException e) { System.out.println(e);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allows catching multiple exceptions separately.</a:t>
            </a:r>
          </a:p>
          <a:p>
            <a:r>
              <a:t>Useful when different actions are required for different exceptions.</a:t>
            </a:r>
          </a:p>
          <a:p>
            <a:r>
              <a:t>Order matters: child exceptions must be caught before parent exceptions.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Throwing Exceptions: throw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'throw' keyword is used to explicitly generate an exception.</a:t>
            </a:r>
          </a:p>
          <a:p>
            <a:r>
              <a:t>Example:</a:t>
            </a:r>
          </a:p>
          <a:p>
            <a:r>
              <a:t>throw new ArithmeticException("Invalid Calculation");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Exceptions: throws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'throws' is used in method signature.</a:t>
            </a:r>
          </a:p>
          <a:p>
            <a:r>
              <a:t>Indicates method might throw an exception.</a:t>
            </a:r>
          </a:p>
          <a:p>
            <a:r>
              <a:t>Example:</a:t>
            </a:r>
          </a:p>
          <a:p>
            <a:r>
              <a:t>void readFile() throws IOException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Re-throwing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exception caught once can be thrown again.</a:t>
            </a:r>
          </a:p>
          <a:p>
            <a:r>
              <a:t>Used when lower-level method catches and passes error to higher level.</a:t>
            </a:r>
          </a:p>
          <a:p>
            <a:r>
              <a:t>Allows centralized exception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finally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finally executes whether exception occurs or not.</a:t>
            </a:r>
          </a:p>
          <a:p>
            <a:r>
              <a:t>Used for cleaning up: closing files, database connections.</a:t>
            </a:r>
          </a:p>
          <a:p>
            <a:r>
              <a:t>Example:</a:t>
            </a:r>
          </a:p>
          <a:p>
            <a:r>
              <a:t>finally { System.out.println("Cleanup completed.");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