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534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Unit 6: String Handling in Java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BCA Third </a:t>
            </a:r>
            <a:r>
              <a:rPr dirty="0" smtClean="0"/>
              <a:t>Semester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Syllabus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Creation, Concatenation and Conversion of a String, Changing Case, Character Extraction, String Comparison, Searching Strings, Modifying Strings, String Buffer.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256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String in Java is a sequence of characters.</a:t>
            </a:r>
          </a:p>
          <a:p>
            <a:r>
              <a:t>Strings are objects of the String class from java.lang package.</a:t>
            </a:r>
          </a:p>
          <a:p>
            <a:r>
              <a:t>Strings are immutable, meaning once created, they cannot be changed.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Creation of 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Two ways to create strings:</a:t>
            </a:r>
          </a:p>
          <a:p>
            <a:pPr marL="0" indent="0">
              <a:buNone/>
            </a:pPr>
            <a:r>
              <a:rPr dirty="0"/>
              <a:t>1. Using string </a:t>
            </a:r>
            <a:r>
              <a:rPr dirty="0" smtClean="0"/>
              <a:t>literal: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 smtClean="0"/>
              <a:t>String </a:t>
            </a:r>
            <a:r>
              <a:rPr dirty="0"/>
              <a:t>s = "Hello";</a:t>
            </a:r>
          </a:p>
          <a:p>
            <a:pPr marL="0" indent="0">
              <a:buNone/>
            </a:pPr>
            <a:r>
              <a:rPr dirty="0"/>
              <a:t>2. Using new </a:t>
            </a:r>
            <a:r>
              <a:rPr dirty="0" smtClean="0"/>
              <a:t>keyword: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 smtClean="0"/>
              <a:t>String </a:t>
            </a:r>
            <a:r>
              <a:rPr dirty="0"/>
              <a:t>s = new String("Hello");</a:t>
            </a:r>
          </a:p>
          <a:p>
            <a:r>
              <a:rPr dirty="0"/>
              <a:t>String literals are stored in String Pool.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String Concatenation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Concatenation combines strings.</a:t>
            </a:r>
          </a:p>
          <a:p>
            <a:r>
              <a:rPr dirty="0"/>
              <a:t>Methods</a:t>
            </a:r>
            <a:r>
              <a:rPr dirty="0" smtClean="0"/>
              <a:t>: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	</a:t>
            </a:r>
            <a:r>
              <a:rPr dirty="0" smtClean="0"/>
              <a:t>+ </a:t>
            </a:r>
            <a:r>
              <a:rPr dirty="0"/>
              <a:t>operator</a:t>
            </a:r>
          </a:p>
          <a:p>
            <a:pPr marL="0" indent="0">
              <a:buNone/>
            </a:pPr>
            <a:r>
              <a:rPr dirty="0" smtClean="0"/>
              <a:t> </a:t>
            </a:r>
            <a:r>
              <a:rPr lang="en-US" dirty="0" smtClean="0"/>
              <a:t>	</a:t>
            </a:r>
            <a:r>
              <a:rPr dirty="0" err="1" smtClean="0"/>
              <a:t>concat</a:t>
            </a:r>
            <a:r>
              <a:rPr dirty="0"/>
              <a:t>() method</a:t>
            </a:r>
          </a:p>
          <a:p>
            <a:r>
              <a:rPr dirty="0" smtClean="0"/>
              <a:t>Example:</a:t>
            </a:r>
            <a:r>
              <a:rPr lang="en-US" dirty="0" smtClean="0"/>
              <a:t> </a:t>
            </a:r>
            <a:r>
              <a:rPr dirty="0" smtClean="0"/>
              <a:t>String </a:t>
            </a:r>
            <a:r>
              <a:rPr dirty="0"/>
              <a:t>s3 = s1 + s2;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String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Convert values to strings using String.valueOf().</a:t>
            </a:r>
          </a:p>
          <a:p>
            <a:r>
              <a:t>Convert strings to numbers using Integer.parseInt().</a:t>
            </a:r>
          </a:p>
          <a:p>
            <a:r>
              <a:t>Useful in user input and output formatting.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Changing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Methods: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dirty="0" smtClean="0"/>
              <a:t>• </a:t>
            </a:r>
            <a:r>
              <a:rPr dirty="0" err="1"/>
              <a:t>toUpperCase</a:t>
            </a:r>
            <a:r>
              <a:rPr dirty="0"/>
              <a:t>()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dirty="0" smtClean="0"/>
              <a:t>• </a:t>
            </a:r>
            <a:r>
              <a:rPr dirty="0" err="1"/>
              <a:t>toLowerCase</a:t>
            </a:r>
            <a:r>
              <a:rPr dirty="0"/>
              <a:t>()</a:t>
            </a:r>
          </a:p>
          <a:p>
            <a:r>
              <a:rPr dirty="0"/>
              <a:t>Used to standardize or format text.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Character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Extract characters using: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dirty="0" smtClean="0"/>
              <a:t>• </a:t>
            </a:r>
            <a:r>
              <a:rPr dirty="0" err="1"/>
              <a:t>charAt</a:t>
            </a:r>
            <a:r>
              <a:rPr dirty="0"/>
              <a:t>(index)</a:t>
            </a:r>
          </a:p>
          <a:p>
            <a:pPr marL="0" indent="0">
              <a:buNone/>
            </a:pPr>
            <a:r>
              <a:rPr lang="en-US" smtClean="0"/>
              <a:t>	</a:t>
            </a:r>
            <a:r>
              <a:rPr smtClean="0"/>
              <a:t>• </a:t>
            </a:r>
            <a:r>
              <a:rPr dirty="0" err="1"/>
              <a:t>getChars</a:t>
            </a:r>
            <a:r>
              <a:rPr dirty="0"/>
              <a:t>()</a:t>
            </a:r>
          </a:p>
          <a:p>
            <a:r>
              <a:rPr dirty="0"/>
              <a:t>Example:</a:t>
            </a:r>
          </a:p>
          <a:p>
            <a:r>
              <a:rPr dirty="0"/>
              <a:t>char </a:t>
            </a:r>
            <a:r>
              <a:rPr dirty="0" err="1"/>
              <a:t>ch</a:t>
            </a:r>
            <a:r>
              <a:rPr dirty="0"/>
              <a:t> = </a:t>
            </a:r>
            <a:r>
              <a:rPr dirty="0" err="1"/>
              <a:t>s.charAt</a:t>
            </a:r>
            <a:r>
              <a:rPr dirty="0"/>
              <a:t>(0);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String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equals() compares content.</a:t>
            </a:r>
          </a:p>
          <a:p>
            <a:r>
              <a:t>equalsIgnoreCase() ignores case.</a:t>
            </a:r>
          </a:p>
          <a:p>
            <a:r>
              <a:t>compareTo() compares lexicographically.</a:t>
            </a:r>
          </a:p>
          <a:p>
            <a:r>
              <a:t>Never use == for content comparison.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Searching 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Search methods: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dirty="0" smtClean="0"/>
              <a:t>• </a:t>
            </a:r>
            <a:r>
              <a:rPr dirty="0" err="1"/>
              <a:t>indexOf</a:t>
            </a:r>
            <a:r>
              <a:rPr dirty="0" smtClean="0"/>
              <a:t>()</a:t>
            </a:r>
            <a:endParaRPr dirty="0"/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dirty="0" smtClean="0"/>
              <a:t>• </a:t>
            </a:r>
            <a:r>
              <a:rPr dirty="0" err="1"/>
              <a:t>lastIndexOf</a:t>
            </a:r>
            <a:r>
              <a:rPr dirty="0"/>
              <a:t>()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dirty="0" smtClean="0"/>
              <a:t>• </a:t>
            </a:r>
            <a:r>
              <a:rPr dirty="0"/>
              <a:t>contains()</a:t>
            </a:r>
          </a:p>
          <a:p>
            <a:r>
              <a:rPr dirty="0" smtClean="0"/>
              <a:t>Helps locate characters or substrings.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Modifying 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String methods return new strings:</a:t>
            </a:r>
          </a:p>
          <a:p>
            <a:r>
              <a:t>• replace()</a:t>
            </a:r>
          </a:p>
          <a:p>
            <a:r>
              <a:t>• substring()</a:t>
            </a:r>
          </a:p>
          <a:p>
            <a:r>
              <a:t>• trim()</a:t>
            </a:r>
          </a:p>
          <a:p>
            <a:r>
              <a:t>• split()</a:t>
            </a:r>
          </a:p>
          <a:p>
            <a:r>
              <a:t>Original string remains unchanged.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StringBuffer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StringBuffer creates mutable strings.</a:t>
            </a:r>
          </a:p>
          <a:p>
            <a:r>
              <a:t>Supports append(), insert(), delete().</a:t>
            </a:r>
          </a:p>
          <a:p>
            <a:r>
              <a:t>Thread-safe and synchronized.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String vs StringBuffer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String – Immutable and faster for read-only data.</a:t>
            </a:r>
          </a:p>
          <a:p>
            <a:r>
              <a:t>StringBuffer – Mutable and thread-safe.</a:t>
            </a:r>
          </a:p>
          <a:p>
            <a:r>
              <a:t>StringBuilder – Mutable but not thread-safe.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String handling is essential in Java programming.</a:t>
            </a:r>
          </a:p>
          <a:p>
            <a:r>
              <a:t>Proper use improves performance and code clarity.</a:t>
            </a:r>
          </a:p>
          <a:p>
            <a:r>
              <a:t>Understanding mutability is key.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347</Words>
  <Application>Microsoft Office PowerPoint</Application>
  <PresentationFormat>On-screen Show (4:3)</PresentationFormat>
  <Paragraphs>66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Unit 6: String Handling in Java</vt:lpstr>
      <vt:lpstr>Syllabus</vt:lpstr>
      <vt:lpstr>Introduction to Strings</vt:lpstr>
      <vt:lpstr>Creation of Strings</vt:lpstr>
      <vt:lpstr>String Concatenation</vt:lpstr>
      <vt:lpstr>String Conversion</vt:lpstr>
      <vt:lpstr>Changing Case</vt:lpstr>
      <vt:lpstr>Character Extraction</vt:lpstr>
      <vt:lpstr>String Comparison</vt:lpstr>
      <vt:lpstr>Searching Strings</vt:lpstr>
      <vt:lpstr>Modifying Strings</vt:lpstr>
      <vt:lpstr>StringBuffer Class</vt:lpstr>
      <vt:lpstr>String vs StringBuffer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6: String Handling in Java</dc:title>
  <dc:subject/>
  <dc:creator/>
  <cp:keywords/>
  <dc:description>generated using python-pptx</dc:description>
  <cp:lastModifiedBy>TheParajanya</cp:lastModifiedBy>
  <cp:revision>8</cp:revision>
  <dcterms:created xsi:type="dcterms:W3CDTF">2013-01-27T09:14:16Z</dcterms:created>
  <dcterms:modified xsi:type="dcterms:W3CDTF">2025-12-24T00:54:57Z</dcterms:modified>
  <cp:category/>
</cp:coreProperties>
</file>