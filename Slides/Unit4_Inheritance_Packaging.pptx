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534" y="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Unit 4: Inheritance &amp; Packaging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BCA Third Semester – Detailed PPT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Inheritance enables a new class (subclass) to acquire the </a:t>
            </a:r>
            <a:r>
              <a:rPr lang="en-US" dirty="0" smtClean="0"/>
              <a:t>properties</a:t>
            </a:r>
            <a:r>
              <a:rPr dirty="0" smtClean="0"/>
              <a:t> </a:t>
            </a:r>
            <a:r>
              <a:rPr dirty="0"/>
              <a:t>and methods of an existing class (superclass).</a:t>
            </a:r>
          </a:p>
          <a:p>
            <a:r>
              <a:rPr dirty="0"/>
              <a:t>Promotes code reuse, extensibility, and hierarchical modeling.</a:t>
            </a:r>
          </a:p>
          <a:p>
            <a:r>
              <a:rPr dirty="0"/>
              <a:t>Example: Animal → Dog → Puppy hierarchy.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'extends'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'extends' is used when one class inherits another.</a:t>
            </a:r>
          </a:p>
          <a:p>
            <a:r>
              <a:rPr dirty="0" smtClean="0"/>
              <a:t>Syntax:</a:t>
            </a:r>
            <a:r>
              <a:rPr lang="en-US" dirty="0" smtClean="0"/>
              <a:t> </a:t>
            </a:r>
            <a:r>
              <a:rPr dirty="0" smtClean="0"/>
              <a:t>class </a:t>
            </a:r>
            <a:r>
              <a:rPr dirty="0"/>
              <a:t>B extends A {}</a:t>
            </a:r>
          </a:p>
          <a:p>
            <a:r>
              <a:rPr dirty="0"/>
              <a:t>Subclass inherits all non-private properties of superclass.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Subclasses &amp; Superclasses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Superclass = Parent class providing common attributes.</a:t>
            </a:r>
          </a:p>
          <a:p>
            <a:r>
              <a:t>Subclass = Child class extending/overriding behaviors.</a:t>
            </a:r>
          </a:p>
          <a:p>
            <a:r>
              <a:t>Subclass can add its own variables/methods.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'super' Keyword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Used to refer to the immediate superclass.</a:t>
            </a:r>
          </a:p>
          <a:p>
            <a:r>
              <a:rPr dirty="0"/>
              <a:t>1. Call superclass constructor</a:t>
            </a:r>
            <a:r>
              <a:rPr dirty="0" smtClean="0"/>
              <a:t>.</a:t>
            </a:r>
            <a:r>
              <a:rPr lang="en-US" dirty="0"/>
              <a:t> super(age</a:t>
            </a:r>
            <a:r>
              <a:rPr lang="en-US" dirty="0" smtClean="0"/>
              <a:t>);</a:t>
            </a:r>
            <a:endParaRPr dirty="0"/>
          </a:p>
          <a:p>
            <a:r>
              <a:rPr dirty="0"/>
              <a:t>2. Call overridden superclass </a:t>
            </a:r>
            <a:r>
              <a:rPr dirty="0" smtClean="0"/>
              <a:t>method.</a:t>
            </a:r>
            <a:r>
              <a:rPr lang="en-US" dirty="0" smtClean="0"/>
              <a:t> </a:t>
            </a:r>
            <a:r>
              <a:rPr lang="en-US" dirty="0" err="1" smtClean="0"/>
              <a:t>super.display</a:t>
            </a:r>
            <a:r>
              <a:rPr lang="en-US" dirty="0" smtClean="0"/>
              <a:t>();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Overriding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When a subclass provides its own implementation of a superclass method.</a:t>
            </a:r>
          </a:p>
          <a:p>
            <a:r>
              <a:rPr dirty="0"/>
              <a:t>Rules:</a:t>
            </a:r>
          </a:p>
          <a:p>
            <a:pPr marL="400050" lvl="1" indent="0">
              <a:buNone/>
            </a:pPr>
            <a:r>
              <a:rPr dirty="0"/>
              <a:t>• Same method name</a:t>
            </a:r>
          </a:p>
          <a:p>
            <a:pPr marL="400050" lvl="1" indent="0">
              <a:buNone/>
            </a:pPr>
            <a:r>
              <a:rPr dirty="0"/>
              <a:t>• Same parameters</a:t>
            </a:r>
          </a:p>
          <a:p>
            <a:pPr marL="400050" lvl="1" indent="0">
              <a:buNone/>
            </a:pPr>
            <a:r>
              <a:rPr dirty="0"/>
              <a:t>• Same return type</a:t>
            </a:r>
          </a:p>
          <a:p>
            <a:r>
              <a:rPr dirty="0"/>
              <a:t>Used for runtime polymorphism.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Method Dispatch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Runtime selection of overridden methods.</a:t>
            </a:r>
          </a:p>
          <a:p>
            <a:r>
              <a:t>Superclass reference → Subclass object.</a:t>
            </a:r>
          </a:p>
          <a:p>
            <a:r>
              <a:t>Example:</a:t>
            </a:r>
          </a:p>
          <a:p>
            <a:r>
              <a:t>Animal a = new Dog(); a.sound();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Object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Root of all Java classes.</a:t>
            </a:r>
          </a:p>
          <a:p>
            <a:r>
              <a:rPr dirty="0"/>
              <a:t>Provides essential methods:</a:t>
            </a:r>
          </a:p>
          <a:p>
            <a:pPr marL="400050" lvl="1" indent="0">
              <a:buNone/>
            </a:pPr>
            <a:r>
              <a:rPr dirty="0"/>
              <a:t>• </a:t>
            </a:r>
            <a:r>
              <a:rPr dirty="0" err="1"/>
              <a:t>toString</a:t>
            </a:r>
            <a:r>
              <a:rPr dirty="0"/>
              <a:t>()</a:t>
            </a:r>
          </a:p>
          <a:p>
            <a:pPr marL="400050" lvl="1" indent="0">
              <a:buNone/>
            </a:pPr>
            <a:r>
              <a:rPr dirty="0"/>
              <a:t>• equals()</a:t>
            </a:r>
          </a:p>
          <a:p>
            <a:pPr marL="400050" lvl="1" indent="0">
              <a:buNone/>
            </a:pPr>
            <a:r>
              <a:rPr dirty="0"/>
              <a:t>• </a:t>
            </a:r>
            <a:r>
              <a:rPr dirty="0" err="1"/>
              <a:t>hashCode</a:t>
            </a:r>
            <a:r>
              <a:rPr dirty="0"/>
              <a:t>()</a:t>
            </a:r>
          </a:p>
          <a:p>
            <a:pPr marL="400050" lvl="1" indent="0">
              <a:buNone/>
            </a:pPr>
            <a:r>
              <a:rPr dirty="0"/>
              <a:t>• clone()</a:t>
            </a:r>
          </a:p>
          <a:p>
            <a:pPr marL="400050" lvl="1" indent="0">
              <a:buNone/>
            </a:pPr>
            <a:r>
              <a:rPr dirty="0"/>
              <a:t>• finalize().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Classes declared with 'abstract' keyword.</a:t>
            </a:r>
          </a:p>
          <a:p>
            <a:r>
              <a:t>Cannot be instantiated.</a:t>
            </a:r>
          </a:p>
          <a:p>
            <a:r>
              <a:t>May contain abstract and non-abstract methods.</a:t>
            </a:r>
          </a:p>
          <a:p>
            <a:r>
              <a:t>Used for partial abstraction.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Classes &amp;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class → cannot be inherited.</a:t>
            </a:r>
          </a:p>
          <a:p>
            <a:r>
              <a:t>final method → cannot be overridden.</a:t>
            </a:r>
          </a:p>
          <a:p>
            <a:r>
              <a:t>Used for security/stability.</a:t>
            </a:r>
          </a:p>
          <a:p>
            <a:r>
              <a:t>Example: String class is final.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Packages organize classes and interfaces.</a:t>
            </a:r>
          </a:p>
          <a:p>
            <a:r>
              <a:rPr dirty="0"/>
              <a:t>Two types:</a:t>
            </a:r>
          </a:p>
          <a:p>
            <a:pPr marL="400050" lvl="1" indent="0">
              <a:buNone/>
            </a:pPr>
            <a:r>
              <a:rPr dirty="0"/>
              <a:t>• Built-in packages (</a:t>
            </a:r>
            <a:r>
              <a:rPr dirty="0" err="1"/>
              <a:t>java.util</a:t>
            </a:r>
            <a:r>
              <a:rPr dirty="0"/>
              <a:t>)</a:t>
            </a:r>
          </a:p>
          <a:p>
            <a:pPr marL="400050" lvl="1" indent="0">
              <a:buNone/>
            </a:pPr>
            <a:r>
              <a:rPr dirty="0"/>
              <a:t>• User-defined packages</a:t>
            </a:r>
          </a:p>
          <a:p>
            <a:r>
              <a:rPr dirty="0"/>
              <a:t>Help avoid naming conflicts and control access.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a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Placed at top of Java file.</a:t>
            </a:r>
          </a:p>
          <a:p>
            <a:r>
              <a:rPr dirty="0" smtClean="0"/>
              <a:t>Syntax:</a:t>
            </a:r>
            <a:r>
              <a:rPr lang="en-US" dirty="0" smtClean="0"/>
              <a:t> </a:t>
            </a:r>
            <a:r>
              <a:rPr dirty="0" smtClean="0"/>
              <a:t>package </a:t>
            </a:r>
            <a:r>
              <a:rPr dirty="0" err="1"/>
              <a:t>bank.core</a:t>
            </a:r>
            <a:r>
              <a:rPr dirty="0"/>
              <a:t>;</a:t>
            </a:r>
          </a:p>
          <a:p>
            <a:r>
              <a:rPr dirty="0"/>
              <a:t>Organizes files inside directory structure matching package name.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Importing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'import' keyword loads classes from packages.</a:t>
            </a:r>
          </a:p>
          <a:p>
            <a:r>
              <a:rPr dirty="0" err="1" smtClean="0"/>
              <a:t>Example:import</a:t>
            </a:r>
            <a:r>
              <a:rPr dirty="0" smtClean="0"/>
              <a:t> </a:t>
            </a:r>
            <a:r>
              <a:rPr dirty="0" err="1"/>
              <a:t>java.util.Scanner</a:t>
            </a:r>
            <a:r>
              <a:rPr dirty="0"/>
              <a:t>;</a:t>
            </a:r>
          </a:p>
          <a:p>
            <a:r>
              <a:rPr dirty="0"/>
              <a:t>Wildcard import: import </a:t>
            </a:r>
            <a:r>
              <a:rPr dirty="0" err="1"/>
              <a:t>java.util</a:t>
            </a:r>
            <a:r>
              <a:rPr dirty="0"/>
              <a:t>.*;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– visible everywhere.</a:t>
            </a:r>
          </a:p>
          <a:p>
            <a:r>
              <a:t>default – visible only in same package.</a:t>
            </a:r>
          </a:p>
          <a:p>
            <a:r>
              <a:t>protected – visible in subclasses.</a:t>
            </a:r>
          </a:p>
          <a:p>
            <a:r>
              <a:t>private – visible only inside class.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Interfaces contain abstract methods and constants.</a:t>
            </a:r>
          </a:p>
          <a:p>
            <a:r>
              <a:t>Support multiple inheritance.</a:t>
            </a:r>
          </a:p>
          <a:p>
            <a:r>
              <a:t>Syntax:</a:t>
            </a:r>
          </a:p>
          <a:p>
            <a:r>
              <a:t>interface Vehicle { void move();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Implementing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uses 'implements' to apply an interface.</a:t>
            </a:r>
          </a:p>
          <a:p>
            <a:r>
              <a:t>Example:</a:t>
            </a:r>
          </a:p>
          <a:p>
            <a:r>
              <a:t>class Car implements Vehicle { public void move(){...} }</a:t>
            </a:r>
          </a:p>
          <a:p>
            <a:r>
              <a:t>Must implement all interface methods.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Applying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event handling, multithreading, abstraction.</a:t>
            </a:r>
          </a:p>
          <a:p>
            <a:r>
              <a:t>Common interfaces: Runnable, Comparable, Cloneable.</a:t>
            </a:r>
          </a:p>
          <a:p>
            <a:r>
              <a:t>Support loose coupling and scalability.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457</Words>
  <Application>Microsoft Office PowerPoint</Application>
  <PresentationFormat>On-screen Show (4:3)</PresentationFormat>
  <Paragraphs>81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Unit 4: Inheritance &amp; Packaging</vt:lpstr>
      <vt:lpstr>Introduction to Inheritance</vt:lpstr>
      <vt:lpstr>Using 'extends' Keyword</vt:lpstr>
      <vt:lpstr>Subclasses &amp; Superclasses</vt:lpstr>
      <vt:lpstr>'super' Keyword Usage</vt:lpstr>
      <vt:lpstr>Method Overriding</vt:lpstr>
      <vt:lpstr>Dynamic Method Dispatch</vt:lpstr>
      <vt:lpstr>The Object Class</vt:lpstr>
      <vt:lpstr>Abstract Classes</vt:lpstr>
      <vt:lpstr>Final Classes &amp; Methods</vt:lpstr>
      <vt:lpstr>Packages in Java</vt:lpstr>
      <vt:lpstr>Defining a Package</vt:lpstr>
      <vt:lpstr>Importing Packages</vt:lpstr>
      <vt:lpstr>Package Access Control</vt:lpstr>
      <vt:lpstr>Interfaces in Java</vt:lpstr>
      <vt:lpstr>Implementing Interfaces</vt:lpstr>
      <vt:lpstr>Applying Interfaces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4: Inheritance &amp; Packaging</dc:title>
  <dc:subject/>
  <dc:creator/>
  <cp:keywords/>
  <dc:description>generated using python-pptx</dc:description>
  <cp:lastModifiedBy>TheParajanya</cp:lastModifiedBy>
  <cp:revision>8</cp:revision>
  <dcterms:created xsi:type="dcterms:W3CDTF">2013-01-27T09:14:16Z</dcterms:created>
  <dcterms:modified xsi:type="dcterms:W3CDTF">2025-12-09T23:57:05Z</dcterms:modified>
  <cp:category/>
</cp:coreProperties>
</file>